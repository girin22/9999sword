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9" d="100"/>
          <a:sy n="79" d="100"/>
        </p:scale>
        <p:origin x="28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56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65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31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1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6"/>
            <a:ext cx="4436269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02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7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2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9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79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9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09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33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21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99D11-D169-4EF5-9D3D-C198EFE0F72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E8E22-D3DA-41C1-B09D-912973B47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9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5BB2A6-579F-249C-8F0C-5E7DF3FF4D06}"/>
              </a:ext>
            </a:extLst>
          </p:cNvPr>
          <p:cNvSpPr/>
          <p:nvPr/>
        </p:nvSpPr>
        <p:spPr>
          <a:xfrm>
            <a:off x="0" y="6096000"/>
            <a:ext cx="5143500" cy="5608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성벽 </a:t>
            </a:r>
            <a:r>
              <a:rPr lang="en-US" altLang="ko-KR" dirty="0"/>
              <a:t>+ </a:t>
            </a:r>
            <a:r>
              <a:rPr lang="ko-KR" altLang="en-US" dirty="0"/>
              <a:t>중앙은 성벽 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57935A-EC2C-F71C-4380-F7B0473B2D2E}"/>
              </a:ext>
            </a:extLst>
          </p:cNvPr>
          <p:cNvSpPr/>
          <p:nvPr/>
        </p:nvSpPr>
        <p:spPr>
          <a:xfrm>
            <a:off x="0" y="5900928"/>
            <a:ext cx="5143500" cy="195072"/>
          </a:xfrm>
          <a:prstGeom prst="roundRect">
            <a:avLst/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성벽 </a:t>
            </a:r>
            <a:r>
              <a:rPr lang="ko-KR" altLang="en-US" dirty="0" err="1"/>
              <a:t>체력바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473D13-FD10-BB46-F025-3A151AF7016E}"/>
              </a:ext>
            </a:extLst>
          </p:cNvPr>
          <p:cNvSpPr/>
          <p:nvPr/>
        </p:nvSpPr>
        <p:spPr>
          <a:xfrm>
            <a:off x="1949958" y="6303264"/>
            <a:ext cx="12435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막사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8073870-2025-C206-9118-E037CE06ED4C}"/>
              </a:ext>
            </a:extLst>
          </p:cNvPr>
          <p:cNvSpPr/>
          <p:nvPr/>
        </p:nvSpPr>
        <p:spPr>
          <a:xfrm>
            <a:off x="3589782" y="6303264"/>
            <a:ext cx="12435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광산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재화표기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41E16F-F5CA-F727-E033-01944536324A}"/>
              </a:ext>
            </a:extLst>
          </p:cNvPr>
          <p:cNvSpPr/>
          <p:nvPr/>
        </p:nvSpPr>
        <p:spPr>
          <a:xfrm>
            <a:off x="310134" y="6303264"/>
            <a:ext cx="1243584" cy="12435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7855464-DEC5-7390-4816-1C7EEBADDB00}"/>
              </a:ext>
            </a:extLst>
          </p:cNvPr>
          <p:cNvSpPr/>
          <p:nvPr/>
        </p:nvSpPr>
        <p:spPr>
          <a:xfrm>
            <a:off x="1428369" y="8019288"/>
            <a:ext cx="2262378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강화버튼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FD0370-4EC3-7447-AB27-A478779C6BC0}"/>
              </a:ext>
            </a:extLst>
          </p:cNvPr>
          <p:cNvSpPr/>
          <p:nvPr/>
        </p:nvSpPr>
        <p:spPr>
          <a:xfrm>
            <a:off x="0" y="2596896"/>
            <a:ext cx="5143500" cy="32674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아군 유닛 영역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FDB9C9-E0E7-6439-8DD8-45103FDBEBBE}"/>
              </a:ext>
            </a:extLst>
          </p:cNvPr>
          <p:cNvSpPr/>
          <p:nvPr/>
        </p:nvSpPr>
        <p:spPr>
          <a:xfrm>
            <a:off x="0" y="0"/>
            <a:ext cx="5143500" cy="25603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몬스터는 상단에서 소환되어 내려옴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1B6AD0A-7283-DAB2-F9B8-B889033389D2}"/>
              </a:ext>
            </a:extLst>
          </p:cNvPr>
          <p:cNvGrpSpPr/>
          <p:nvPr/>
        </p:nvGrpSpPr>
        <p:grpSpPr>
          <a:xfrm>
            <a:off x="4420075" y="195072"/>
            <a:ext cx="590837" cy="499872"/>
            <a:chOff x="4420075" y="195072"/>
            <a:chExt cx="590837" cy="499872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9A46110-AE5C-BBB6-F86E-AA818BC658CD}"/>
                </a:ext>
              </a:extLst>
            </p:cNvPr>
            <p:cNvSpPr/>
            <p:nvPr/>
          </p:nvSpPr>
          <p:spPr>
            <a:xfrm>
              <a:off x="4420075" y="195072"/>
              <a:ext cx="590837" cy="4998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0DDB7F2-E3E4-4696-71F8-078743143BD7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32918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F7E5F59B-8837-95F1-E919-007F00A18977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55778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E85BD5E-1494-048D-B68E-B583A3464E58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44983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FF643E3-16BE-3EE5-DA44-F2A7757CD085}"/>
              </a:ext>
            </a:extLst>
          </p:cNvPr>
          <p:cNvSpPr/>
          <p:nvPr/>
        </p:nvSpPr>
        <p:spPr>
          <a:xfrm>
            <a:off x="3690748" y="195073"/>
            <a:ext cx="590838" cy="499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X2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BD7F9FE-62D8-EFAE-21DB-5B4736DC6589}"/>
              </a:ext>
            </a:extLst>
          </p:cNvPr>
          <p:cNvSpPr/>
          <p:nvPr/>
        </p:nvSpPr>
        <p:spPr>
          <a:xfrm>
            <a:off x="310134" y="7059168"/>
            <a:ext cx="1243584" cy="487680"/>
          </a:xfrm>
          <a:prstGeom prst="roundRect">
            <a:avLst>
              <a:gd name="adj" fmla="val 391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F31A1-ECC6-847A-CF1E-B6E47B3B21CA}"/>
              </a:ext>
            </a:extLst>
          </p:cNvPr>
          <p:cNvSpPr txBox="1"/>
          <p:nvPr/>
        </p:nvSpPr>
        <p:spPr>
          <a:xfrm>
            <a:off x="415598" y="6656677"/>
            <a:ext cx="1032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대장간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검</a:t>
            </a:r>
            <a:r>
              <a:rPr lang="en-US" altLang="ko-KR" dirty="0">
                <a:solidFill>
                  <a:schemeClr val="bg1"/>
                </a:solidFill>
              </a:rPr>
              <a:t>+9999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2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4D851-0F1D-6255-F191-5D74D295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6DAA95-AAE5-EA48-D09E-635203037146}"/>
              </a:ext>
            </a:extLst>
          </p:cNvPr>
          <p:cNvSpPr/>
          <p:nvPr/>
        </p:nvSpPr>
        <p:spPr>
          <a:xfrm>
            <a:off x="0" y="6096000"/>
            <a:ext cx="5143500" cy="5608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성벽 </a:t>
            </a:r>
            <a:r>
              <a:rPr lang="en-US" altLang="ko-KR" dirty="0"/>
              <a:t>+ </a:t>
            </a:r>
            <a:r>
              <a:rPr lang="ko-KR" altLang="en-US" dirty="0"/>
              <a:t>중앙은 성벽 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83FF86F-4A14-9A79-B047-DFD82016D67E}"/>
              </a:ext>
            </a:extLst>
          </p:cNvPr>
          <p:cNvSpPr/>
          <p:nvPr/>
        </p:nvSpPr>
        <p:spPr>
          <a:xfrm>
            <a:off x="0" y="5900928"/>
            <a:ext cx="5143500" cy="195072"/>
          </a:xfrm>
          <a:prstGeom prst="roundRect">
            <a:avLst/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성벽 </a:t>
            </a:r>
            <a:r>
              <a:rPr lang="ko-KR" altLang="en-US" dirty="0" err="1"/>
              <a:t>체력바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D9FC9B-4EC4-50FA-192F-A74B87A18D7B}"/>
              </a:ext>
            </a:extLst>
          </p:cNvPr>
          <p:cNvSpPr/>
          <p:nvPr/>
        </p:nvSpPr>
        <p:spPr>
          <a:xfrm>
            <a:off x="1949958" y="6303264"/>
            <a:ext cx="1243584" cy="12435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막사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7D710C0-323E-D101-81F1-785E1331CE23}"/>
              </a:ext>
            </a:extLst>
          </p:cNvPr>
          <p:cNvSpPr/>
          <p:nvPr/>
        </p:nvSpPr>
        <p:spPr>
          <a:xfrm>
            <a:off x="310134" y="6303264"/>
            <a:ext cx="12435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대장간</a:t>
            </a:r>
            <a:endParaRPr lang="en-US" altLang="ko-KR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25C39AA-4DA3-40FA-9708-E1EA2575649C}"/>
              </a:ext>
            </a:extLst>
          </p:cNvPr>
          <p:cNvSpPr/>
          <p:nvPr/>
        </p:nvSpPr>
        <p:spPr>
          <a:xfrm>
            <a:off x="310134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기사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보급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91B4E6-F27F-1189-3625-3488CEE45F2A}"/>
              </a:ext>
            </a:extLst>
          </p:cNvPr>
          <p:cNvSpPr/>
          <p:nvPr/>
        </p:nvSpPr>
        <p:spPr>
          <a:xfrm>
            <a:off x="0" y="2596896"/>
            <a:ext cx="5143500" cy="32674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아군 유닛 영역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DC756E-9A1C-6919-40B2-E78C674065E0}"/>
              </a:ext>
            </a:extLst>
          </p:cNvPr>
          <p:cNvSpPr/>
          <p:nvPr/>
        </p:nvSpPr>
        <p:spPr>
          <a:xfrm>
            <a:off x="0" y="0"/>
            <a:ext cx="5143500" cy="25603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몬스터는 상단에서 소환되어 내려옴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C9604F-3375-4541-D376-D02AC646E3B7}"/>
              </a:ext>
            </a:extLst>
          </p:cNvPr>
          <p:cNvSpPr/>
          <p:nvPr/>
        </p:nvSpPr>
        <p:spPr>
          <a:xfrm>
            <a:off x="1352550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투검사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보급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0735821-4518-9F7D-2829-3DE9D281CD08}"/>
              </a:ext>
            </a:extLst>
          </p:cNvPr>
          <p:cNvSpPr/>
          <p:nvPr/>
        </p:nvSpPr>
        <p:spPr>
          <a:xfrm>
            <a:off x="2394966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마검사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보급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445716C-7D58-B0F7-523E-FE144F2ECFA4}"/>
              </a:ext>
            </a:extLst>
          </p:cNvPr>
          <p:cNvSpPr/>
          <p:nvPr/>
        </p:nvSpPr>
        <p:spPr>
          <a:xfrm>
            <a:off x="3810190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회복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BCFA311-D4DF-D46A-002B-0D175F022632}"/>
              </a:ext>
            </a:extLst>
          </p:cNvPr>
          <p:cNvGrpSpPr/>
          <p:nvPr/>
        </p:nvGrpSpPr>
        <p:grpSpPr>
          <a:xfrm>
            <a:off x="4420075" y="195072"/>
            <a:ext cx="590837" cy="499872"/>
            <a:chOff x="4420075" y="195072"/>
            <a:chExt cx="590837" cy="499872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DC809E9-4C44-DF94-DA67-04A3A954A0C7}"/>
                </a:ext>
              </a:extLst>
            </p:cNvPr>
            <p:cNvSpPr/>
            <p:nvPr/>
          </p:nvSpPr>
          <p:spPr>
            <a:xfrm>
              <a:off x="4420075" y="195072"/>
              <a:ext cx="590837" cy="4998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C860CCB-377F-BC18-FA63-3B0C7BC33006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32918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DF704C8-DC97-0A89-30A7-D30A24E68B90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55778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118BE82-F36F-A9F6-2381-6E3019547F1E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44983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4733DF1-D85D-C7BD-FC2F-94EB9DD4D64E}"/>
              </a:ext>
            </a:extLst>
          </p:cNvPr>
          <p:cNvSpPr/>
          <p:nvPr/>
        </p:nvSpPr>
        <p:spPr>
          <a:xfrm>
            <a:off x="3690748" y="195073"/>
            <a:ext cx="590838" cy="499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X2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D45029E-FB93-5990-C5B6-AAD602030E0F}"/>
              </a:ext>
            </a:extLst>
          </p:cNvPr>
          <p:cNvSpPr/>
          <p:nvPr/>
        </p:nvSpPr>
        <p:spPr>
          <a:xfrm>
            <a:off x="310134" y="7059168"/>
            <a:ext cx="1243584" cy="487680"/>
          </a:xfrm>
          <a:prstGeom prst="roundRect">
            <a:avLst>
              <a:gd name="adj" fmla="val 391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73B0D3F-BC75-41D0-4612-B3188C47AD76}"/>
              </a:ext>
            </a:extLst>
          </p:cNvPr>
          <p:cNvSpPr/>
          <p:nvPr/>
        </p:nvSpPr>
        <p:spPr>
          <a:xfrm>
            <a:off x="3589782" y="6303264"/>
            <a:ext cx="12435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광산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재화표기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8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50CB9-B385-FD11-4EFF-EA2BF0CC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9AFAF5C-90E8-F472-0048-165AEEF081D8}"/>
              </a:ext>
            </a:extLst>
          </p:cNvPr>
          <p:cNvSpPr/>
          <p:nvPr/>
        </p:nvSpPr>
        <p:spPr>
          <a:xfrm>
            <a:off x="0" y="6096000"/>
            <a:ext cx="5143500" cy="5608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성벽 </a:t>
            </a:r>
            <a:r>
              <a:rPr lang="en-US" altLang="ko-KR" dirty="0"/>
              <a:t>+ </a:t>
            </a:r>
            <a:r>
              <a:rPr lang="ko-KR" altLang="en-US" dirty="0"/>
              <a:t>중앙은 성벽 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CA79C9B-2058-FDE2-B39E-5117A8012E2E}"/>
              </a:ext>
            </a:extLst>
          </p:cNvPr>
          <p:cNvSpPr/>
          <p:nvPr/>
        </p:nvSpPr>
        <p:spPr>
          <a:xfrm>
            <a:off x="0" y="5900928"/>
            <a:ext cx="5143500" cy="195072"/>
          </a:xfrm>
          <a:prstGeom prst="roundRect">
            <a:avLst/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성벽 </a:t>
            </a:r>
            <a:r>
              <a:rPr lang="ko-KR" altLang="en-US" dirty="0" err="1"/>
              <a:t>체력바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836AB18-A85D-6911-5B1C-889DB4F7B4FC}"/>
              </a:ext>
            </a:extLst>
          </p:cNvPr>
          <p:cNvSpPr/>
          <p:nvPr/>
        </p:nvSpPr>
        <p:spPr>
          <a:xfrm>
            <a:off x="1949958" y="6303264"/>
            <a:ext cx="12435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막사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A6864F-CD1C-7CD5-2425-740E87764B95}"/>
              </a:ext>
            </a:extLst>
          </p:cNvPr>
          <p:cNvSpPr/>
          <p:nvPr/>
        </p:nvSpPr>
        <p:spPr>
          <a:xfrm>
            <a:off x="3589782" y="6303264"/>
            <a:ext cx="1243584" cy="12435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광산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재화표기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74D412A-3D6A-6121-2AF0-02C766D17FD9}"/>
              </a:ext>
            </a:extLst>
          </p:cNvPr>
          <p:cNvSpPr/>
          <p:nvPr/>
        </p:nvSpPr>
        <p:spPr>
          <a:xfrm>
            <a:off x="310134" y="6303264"/>
            <a:ext cx="12435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대장간</a:t>
            </a:r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AD4329-8A21-0BE2-04D5-C86213D1A3FA}"/>
              </a:ext>
            </a:extLst>
          </p:cNvPr>
          <p:cNvSpPr/>
          <p:nvPr/>
        </p:nvSpPr>
        <p:spPr>
          <a:xfrm>
            <a:off x="0" y="2596896"/>
            <a:ext cx="5143500" cy="32674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아군 유닛 영역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919BD8-6C70-8116-5B6D-FD74D583B82B}"/>
              </a:ext>
            </a:extLst>
          </p:cNvPr>
          <p:cNvSpPr/>
          <p:nvPr/>
        </p:nvSpPr>
        <p:spPr>
          <a:xfrm>
            <a:off x="0" y="0"/>
            <a:ext cx="5143500" cy="25603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몬스터는 상단에서 소환되어 내려옴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BFBDD3B-8356-513E-E3DF-FE607850E8DC}"/>
              </a:ext>
            </a:extLst>
          </p:cNvPr>
          <p:cNvSpPr/>
          <p:nvPr/>
        </p:nvSpPr>
        <p:spPr>
          <a:xfrm>
            <a:off x="310134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9EA4486-4A01-8D73-D09F-D32BF5DE1B6B}"/>
              </a:ext>
            </a:extLst>
          </p:cNvPr>
          <p:cNvSpPr/>
          <p:nvPr/>
        </p:nvSpPr>
        <p:spPr>
          <a:xfrm>
            <a:off x="1352550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r>
              <a:rPr lang="ko-KR" altLang="en-US" sz="1200" dirty="0"/>
              <a:t>번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723E2E2-DFA9-E901-38F1-2D9571FCA2E3}"/>
              </a:ext>
            </a:extLst>
          </p:cNvPr>
          <p:cNvSpPr/>
          <p:nvPr/>
        </p:nvSpPr>
        <p:spPr>
          <a:xfrm>
            <a:off x="2394966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r>
              <a:rPr lang="ko-KR" altLang="en-US" sz="1200" dirty="0"/>
              <a:t>번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9BA994-AA6C-BC04-A991-92A817299397}"/>
              </a:ext>
            </a:extLst>
          </p:cNvPr>
          <p:cNvSpPr/>
          <p:nvPr/>
        </p:nvSpPr>
        <p:spPr>
          <a:xfrm>
            <a:off x="3810190" y="8019288"/>
            <a:ext cx="802767" cy="774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현재</a:t>
            </a:r>
            <a:endParaRPr lang="en-US" altLang="ko-KR" sz="1200" dirty="0"/>
          </a:p>
          <a:p>
            <a:pPr algn="ctr"/>
            <a:r>
              <a:rPr lang="ko-KR" altLang="en-US" sz="1200" dirty="0"/>
              <a:t>생산속도 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+ </a:t>
            </a:r>
            <a:r>
              <a:rPr lang="ko-KR" altLang="en-US" sz="1200" dirty="0"/>
              <a:t>모두 내보내기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BE4716F-5379-5CBC-119C-C1BC936F1A29}"/>
              </a:ext>
            </a:extLst>
          </p:cNvPr>
          <p:cNvGrpSpPr/>
          <p:nvPr/>
        </p:nvGrpSpPr>
        <p:grpSpPr>
          <a:xfrm>
            <a:off x="4420075" y="195072"/>
            <a:ext cx="590837" cy="499872"/>
            <a:chOff x="4420075" y="195072"/>
            <a:chExt cx="590837" cy="499872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ED8BAE9-BA01-9095-6825-6B363BE05A76}"/>
                </a:ext>
              </a:extLst>
            </p:cNvPr>
            <p:cNvSpPr/>
            <p:nvPr/>
          </p:nvSpPr>
          <p:spPr>
            <a:xfrm>
              <a:off x="4420075" y="195072"/>
              <a:ext cx="590837" cy="4998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D463429-7C74-2F67-821B-B687570ECCC6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32918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4A0A491-06DC-A6EA-5E12-5D8892A4BD84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55778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7695503-2EA0-6062-0676-C5D77E4B0B64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0" y="449834"/>
              <a:ext cx="3937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574ECF8-AA0A-92F2-32AB-70F6569C343E}"/>
              </a:ext>
            </a:extLst>
          </p:cNvPr>
          <p:cNvSpPr/>
          <p:nvPr/>
        </p:nvSpPr>
        <p:spPr>
          <a:xfrm>
            <a:off x="3690748" y="195073"/>
            <a:ext cx="590838" cy="499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X2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5F86B39-5BA7-1C38-6685-6D3AEF28BF8C}"/>
              </a:ext>
            </a:extLst>
          </p:cNvPr>
          <p:cNvSpPr/>
          <p:nvPr/>
        </p:nvSpPr>
        <p:spPr>
          <a:xfrm>
            <a:off x="310134" y="7059168"/>
            <a:ext cx="1243584" cy="487680"/>
          </a:xfrm>
          <a:prstGeom prst="roundRect">
            <a:avLst>
              <a:gd name="adj" fmla="val 391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10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0688-3DE4-59FB-6DE5-9608A4E7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BFF79DA-9E13-0B01-B55C-EA454A611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4"/>
            <a:ext cx="5146910" cy="913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94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90</Words>
  <Application>Microsoft Office PowerPoint</Application>
  <PresentationFormat>화면 슬라이드 쇼(16:9)</PresentationFormat>
  <Paragraphs>41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김기선</dc:creator>
  <cp:lastModifiedBy>김기선</cp:lastModifiedBy>
  <cp:revision>2</cp:revision>
  <dcterms:created xsi:type="dcterms:W3CDTF">2026-08-26T05:08:05Z</dcterms:created>
  <dcterms:modified xsi:type="dcterms:W3CDTF">2026-08-26T05:49:39Z</dcterms:modified>
</cp:coreProperties>
</file>